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51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https://github.com/sherzodbeek/buss-go
- https://raw.githubusercontent.com/sherzodbeek/buss-go/main/index.html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https://raw.githubusercontent.com/sherzodbeek/buss-go/main/index.html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https://raw.githubusercontent.com/sherzodbeek/buss-go/main/index.html
- https://raw.githubusercontent.com/sherzodbeek/buss-go/main/routes.html
- https://raw.githubusercontent.com/sherzodbeek/buss-go/main/schedule.html
- https://raw.githubusercontent.com/sherzodbeek/buss-go/main/fares.html
- https://raw.githubusercontent.com/sherzodbeek/buss-go/main/contact.html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https://github.com/sherzodbeek/buss-go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https://raw.githubusercontent.com/sherzodbeek/buss-go/main/index.html
- https://raw.githubusercontent.com/sherzodbeek/buss-go/main/routes.html
- https://raw.githubusercontent.com/sherzodbeek/buss-go/main/schedule.html
- https://raw.githubusercontent.com/sherzodbeek/buss-go/main/fares.html
- https://raw.githubusercontent.com/sherzodbeek/buss-go/main/contact.html
- https://raw.githubusercontent.com/sherzodbeek/buss-go/main/js/app.js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https://raw.githubusercontent.com/sherzodbeek/buss-go/main/register.html
- https://raw.githubusercontent.com/sherzodbeek/buss-go/main/login.html
- https://raw.githubusercontent.com/sherzodbeek/buss-go/main/user/buy-ticket.html
- https://raw.githubusercontent.com/sherzodbeek/buss-go/main/user/my-tickets.html
- https://raw.githubusercontent.com/sherzodbeek/buss-go/main/user/dashboard.html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https://raw.githubusercontent.com/sherzodbeek/buss-go/main/user/dashboard.html
- https://raw.githubusercontent.com/sherzodbeek/buss-go/main/user/my-tickets.html
- https://raw.githubusercontent.com/sherzodbeek/buss-go/main/user/buy-ticket.html
- https://raw.githubusercontent.com/sherzodbeek/buss-go/main/user/profile.html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https://raw.githubusercontent.com/sherzodbeek/buss-go/main/admin/dashboard.html
- https://raw.githubusercontent.com/sherzodbeek/buss-go/main/admin/routes.html
- https://raw.githubusercontent.com/sherzodbeek/buss-go/main/admin/buses.html
- https://raw.githubusercontent.com/sherzodbeek/buss-go/main/admin/users.html
- https://raw.githubusercontent.com/sherzodbeek/buss-go/main/admin/tickets.html
- https://raw.githubusercontent.com/sherzodbeek/buss-go/main/admin/reports.html
- https://raw.githubusercontent.com/sherzodbeek/buss-go/main/admin/settings.html
- https://raw.githubusercontent.com/sherzodbeek/buss-go/main/js/app.js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https://raw.githubusercontent.com/sherzodbeek/buss-go/main/js/app.js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https://raw.githubusercontent.com/sherzodbeek/buss-go/main/package.json
- https://github.com/sherzodbeek/buss-go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https://raw.githubusercontent.com/sherzodbeek/buss-go/main/js/app.js
- https://raw.githubusercontent.com/sherzodbeek/buss-go/main/index.html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https://raw.githubusercontent.com/sherzodbeek/buss-go/main/package.json
- https://github.com/sherzodbeek/buss-go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https://github.com/sherzodbeek/buss-go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127000" tIns="22860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SmartBus</a:t>
            </a:r>
            <a:endParaRPr lang="en-US" sz="4400" dirty="0"/>
          </a:p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Transportation &amp; Ticketing Integration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40080" y="5303520"/>
            <a:ext cx="10881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2"/>
          <p:cNvSpPr/>
          <p:nvPr/>
        </p:nvSpPr>
        <p:spPr>
          <a:xfrm>
            <a:off x="960120" y="55321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CSE 598 — Software Integration &amp; Engineering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0120" y="58521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https://</a:t>
            </a:r>
            <a:r>
              <a:rPr lang="en-US" sz="1300" dirty="0" err="1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</a:t>
            </a: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1300" dirty="0" err="1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sherzodbeek</a:t>
            </a: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/smart-bus  (frontend prototype)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610819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Sherzod Omonov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21800-AF62-8289-56A1-76BA1CCB0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751" y="1347906"/>
            <a:ext cx="7355440" cy="39556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Problem &amp; Motivation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51559"/>
            <a:ext cx="5715000" cy="2890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715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commuters struggle with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1666261"/>
            <a:ext cx="5074920" cy="2201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queues and manual ticketing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schedules and route info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visibility into delays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experiences (tickets, routes, support)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051560"/>
            <a:ext cx="5148072" cy="2890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446520" y="1051560"/>
            <a:ext cx="5102352" cy="73152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766560" y="1216152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for SmartBus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66560" y="1605389"/>
            <a:ext cx="44622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place to browse routes + schedules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and store tickets digitally (QR)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dashboard for trips and tickets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 for operations (routes, buses, users)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0644" y="4436895"/>
            <a:ext cx="109087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932688" y="4552993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SmartBus is a UI prototype demonstrating an integrated transportation experience.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950757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focuses on the end-to-end flow: discover → plan → purchase → manage → administer.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Solution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value (as implemented in the 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ticketing + digital passes (QR concept)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routes with frequency and fare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table with filters (route/day)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page with FAQ accordion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User and Admin portals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7091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roles: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5047488"/>
            <a:ext cx="2103120" cy="384048"/>
          </a:xfrm>
          <a:prstGeom prst="roundRect">
            <a:avLst/>
          </a:prstGeom>
          <a:solidFill>
            <a:srgbClr val="1E63A6"/>
          </a:solidFill>
          <a:ln w="12700">
            <a:solidFill>
              <a:srgbClr val="1E63A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960120" y="5111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Portal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5047488"/>
            <a:ext cx="2103120" cy="3840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3200400" y="5111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097280"/>
            <a:ext cx="51023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6766560" y="1325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 (mock)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CE8F26-7AD7-AE41-C400-F4C92D9E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446" y="2326480"/>
            <a:ext cx="4799533" cy="265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Project / Site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422904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175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422904" cy="502920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868680" y="1207008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Website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10512"/>
            <a:ext cx="278282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fares.html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register.html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024" y="1097280"/>
            <a:ext cx="3422904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175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4383024" y="1097280"/>
            <a:ext cx="3422904" cy="502920"/>
          </a:xfrm>
          <a:prstGeom prst="rect">
            <a:avLst/>
          </a:prstGeom>
          <a:solidFill>
            <a:srgbClr val="1E63A6"/>
          </a:solidFill>
          <a:ln w="12700">
            <a:solidFill>
              <a:srgbClr val="1E63A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4611624" y="1207008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Portal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3064" y="1810512"/>
            <a:ext cx="278282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user/dashboard.html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user/buy-ticket.html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user/my-tickets.html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user/routes.html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user/profile.html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968" y="1097280"/>
            <a:ext cx="3422904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175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8125968" y="1097280"/>
            <a:ext cx="342290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8354568" y="1207008"/>
            <a:ext cx="2965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6008" y="1810512"/>
            <a:ext cx="278282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admin/dashboard.html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admin/routes.html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admin/buses.html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admin/users.html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admin/tickets.html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admin/reports.html</a:t>
            </a:r>
            <a:endParaRPr lang="en-US" sz="13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admin/settings.html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" y="6350508"/>
            <a:ext cx="10908792" cy="411480"/>
          </a:xfrm>
          <a:prstGeom prst="roundRect">
            <a:avLst/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822960" y="6455664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assets: css/style.css • js/app.js • img/ (icons) • webpack configs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Public UI Walkthrough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66294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pages (Home → Routes → Schedule → Contact)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82980" y="5095751"/>
            <a:ext cx="6263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page: cards with route status, frequency, and fare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page: filter by route and day; table of trips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page: form + FAQ accordion (interactive)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06640" y="1097280"/>
            <a:ext cx="414223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6"/>
          <p:cNvSpPr/>
          <p:nvPr/>
        </p:nvSpPr>
        <p:spPr>
          <a:xfrm>
            <a:off x="76809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interactions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26680" y="17830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nav toggle</a:t>
            </a:r>
            <a:endParaRPr lang="en-US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filters + search</a:t>
            </a:r>
            <a:endParaRPr lang="en-US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 accordion expand/collapse</a:t>
            </a:r>
            <a:endParaRPr lang="en-US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route to login / register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520440" cy="2286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9"/>
          <p:cNvSpPr/>
          <p:nvPr/>
        </p:nvSpPr>
        <p:spPr>
          <a:xfrm>
            <a:off x="790956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tip: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09560" y="443484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Routes → pick any route → then go to Login to enter the user/admin portals.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F279EB-7488-B0C2-EE3C-CB8510297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51" y="2280240"/>
            <a:ext cx="5403941" cy="2468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User Journey (Demo Flow)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96596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B57"/>
            </a:solidFill>
            <a:prstDash val="solid"/>
          </a:ln>
          <a:effectLst>
            <a:outerShdw blurRad="3175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Register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928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account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61488" y="180136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44368" y="1417320"/>
            <a:ext cx="196596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63A6"/>
            </a:solidFill>
            <a:prstDash val="solid"/>
          </a:ln>
          <a:effectLst>
            <a:outerShdw blurRad="3175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3127248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27248" y="18928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 (demo)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28616" y="180136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11496" y="1417320"/>
            <a:ext cx="196596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3175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5294376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Buy Ticket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94376" y="18928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trips + confirm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95744" y="180136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78624" y="1417320"/>
            <a:ext cx="196596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A6B7"/>
            </a:solidFill>
            <a:prstDash val="solid"/>
          </a:ln>
          <a:effectLst>
            <a:outerShdw blurRad="3175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7461504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My Tickets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61504" y="18928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tickets + history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62872" y="180136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45752" y="1417320"/>
            <a:ext cx="196596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3A6E"/>
            </a:solidFill>
            <a:prstDash val="solid"/>
          </a:ln>
          <a:effectLst>
            <a:outerShdw blurRad="3175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9628632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28632" y="18928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trips + stats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2971800"/>
            <a:ext cx="5623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914400" y="31821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Ticket (mock)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46520" y="2971800"/>
            <a:ext cx="510235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7" name="Text 24"/>
          <p:cNvSpPr/>
          <p:nvPr/>
        </p:nvSpPr>
        <p:spPr>
          <a:xfrm>
            <a:off x="6720840" y="3182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Dashboard (mock)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demo: Register → Login → Buy Ticket → My Tickets → Dashboard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E890B9C-60E9-605E-830A-913FB702D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48456"/>
            <a:ext cx="4722748" cy="22722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44F8C6-31DD-2134-0827-B63260B2B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535680"/>
            <a:ext cx="4690872" cy="2609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User Portal (Key Screens &amp; Features)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6235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298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+ My Tickets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709160"/>
            <a:ext cx="5349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Stats: active tickets, trips, spending, points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trips list with status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tabs: Active / Past / Cancelled</a:t>
            </a:r>
            <a:endParaRPr lang="en-US" sz="16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concept per ticket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46520" y="1097280"/>
            <a:ext cx="510235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Shape 6"/>
          <p:cNvSpPr/>
          <p:nvPr/>
        </p:nvSpPr>
        <p:spPr>
          <a:xfrm>
            <a:off x="6446520" y="1097280"/>
            <a:ext cx="51023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7"/>
          <p:cNvSpPr/>
          <p:nvPr/>
        </p:nvSpPr>
        <p:spPr>
          <a:xfrm>
            <a:off x="6766560" y="1261872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 Ticket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66560" y="1645920"/>
            <a:ext cx="44622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 search (from/to/date/passengers)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trips rendered as cards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modal: confirm &amp; pay (demo)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446520" y="3886200"/>
            <a:ext cx="510235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0"/>
          <p:cNvSpPr/>
          <p:nvPr/>
        </p:nvSpPr>
        <p:spPr>
          <a:xfrm>
            <a:off x="6446520" y="3886200"/>
            <a:ext cx="5102352" cy="73152"/>
          </a:xfrm>
          <a:prstGeom prst="rect">
            <a:avLst/>
          </a:prstGeom>
          <a:solidFill>
            <a:srgbClr val="1E63A6"/>
          </a:solidFill>
          <a:ln w="12700">
            <a:solidFill>
              <a:srgbClr val="1E63A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1"/>
          <p:cNvSpPr/>
          <p:nvPr/>
        </p:nvSpPr>
        <p:spPr>
          <a:xfrm>
            <a:off x="6766560" y="4050792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 + Preferences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4434840"/>
            <a:ext cx="44622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personal info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settings (password)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preferences + language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portal pages live under /user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FF9829-DDAF-E615-5245-4495BACDB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048"/>
            <a:ext cx="4690872" cy="2609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Admin Portal (Operations View)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capabilities (prototype)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5303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management: add/edit routes + status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management: buses, assignments, maintenance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management: roles (Admin/User/Driver)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management: sales KPIs + passes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&amp; analytics placeholders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Settings: ticket rules, notifications, security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1560" y="5349240"/>
            <a:ext cx="5138928" cy="640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118872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tip: use an email containing “admin” to land on the admin dashboard (demo behavior).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51023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72084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 (mock)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 pages live under /admin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EF3C1-2449-F40A-2C88-58A4DD514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39696"/>
            <a:ext cx="4575741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Key Frontend Behaviors (JavaScript)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715000" cy="73152"/>
          </a:xfrm>
          <a:prstGeom prst="rect">
            <a:avLst/>
          </a:prstGeom>
          <a:solidFill>
            <a:srgbClr val="1E63A6"/>
          </a:solidFill>
          <a:ln w="12700">
            <a:solidFill>
              <a:srgbClr val="1E63A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UI behaviors (js/app.js)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074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toggle (mobile) and dashboard sidebar toggle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open/close + overlay click + Escape key handling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 system for switching views (e.g., My Tickets)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 accordion expand/collapse on Contact page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form validation (required fields, email, password match)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search/filtering for lists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5102352" cy="5349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67208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login routing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6916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handleLogin(event)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Demo: redirect based on 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(email.value.includes('admin'))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window.location.href = 'admin/dashboard.html';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window.location.href = 'user/dashboard.html';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5118100"/>
            <a:ext cx="4572000" cy="828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this repo is a frontend prototype (demo data + UI flows). In a full system, this would call an authentication API and return a token/session.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JS helpers power interactions across pages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Technologies &amp; Build Setup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715000" cy="73152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(multi-page site)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(shared theme + components)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Vanilla JavaScript (interactions)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backend included (demo flows)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51023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6720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dev + bundling (Webpack)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start → webpack-dev-server (opens browser)</a:t>
            </a:r>
            <a:endParaRPr lang="en-US" sz="14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 → production bundle</a:t>
            </a:r>
            <a:endParaRPr lang="en-US" sz="14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Plugins: html-webpack-plugin, copy-webpack-plugin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10908792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914400" y="42793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run commands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66344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      # local dev server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# production 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multi-page frontend, packaged with Webpack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DECB2973-36DD-847C-6CCB-00891C89F889}"/>
              </a:ext>
            </a:extLst>
          </p:cNvPr>
          <p:cNvSpPr/>
          <p:nvPr/>
        </p:nvSpPr>
        <p:spPr>
          <a:xfrm>
            <a:off x="6446520" y="1097280"/>
            <a:ext cx="51023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Integration Plan (How this becomes a real system)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715000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to integrate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074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&amp; user profiles (JWT / sessions)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Ticketing API (purchase, cancel/refund, passes)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vehicle positions (GPS feed)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Schedules &amp; routes (GTFS / agency feed)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(Stripe/PayPal/Click/</a:t>
            </a:r>
            <a:r>
              <a:rPr lang="en-US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</a:t>
            </a: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Uzcard</a:t>
            </a: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/Humo/VISA/Mastercard) + receipts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(email/SMS for delays and confirmations)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analytics dashboards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51023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67208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20840" y="1737360"/>
            <a:ext cx="2971800" cy="640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6858000" y="19019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UI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2606040"/>
            <a:ext cx="29718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6858000" y="27706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 (REST)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3611880"/>
            <a:ext cx="29718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6858000" y="370687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921240" y="17373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integrations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21240" y="2057400"/>
            <a:ext cx="1353312" cy="6217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10058400" y="222199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21240" y="2834640"/>
            <a:ext cx="1353312" cy="62179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10058400" y="299923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GTFS Schedules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921240" y="3611880"/>
            <a:ext cx="1353312" cy="621792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10058400" y="377647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Real‑time GPS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921240" y="4389120"/>
            <a:ext cx="1353312" cy="62179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10058400" y="4553712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Email/SMS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06740" y="2377440"/>
            <a:ext cx="0" cy="22860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9692640" y="2971800"/>
            <a:ext cx="22860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replace demo redirects with real API calls + persistence</a:t>
            </a:r>
            <a:endParaRPr lang="en-US" sz="10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9C144F72-7832-726F-8C36-9EBEAF3F93AA}"/>
              </a:ext>
            </a:extLst>
          </p:cNvPr>
          <p:cNvSpPr/>
          <p:nvPr/>
        </p:nvSpPr>
        <p:spPr>
          <a:xfrm>
            <a:off x="6446520" y="1097280"/>
            <a:ext cx="51023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Live Demo (5–7 minutes)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1604" y="850392"/>
            <a:ext cx="1090879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click-path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65836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Home → explain project purpose + key features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Routes → show route cards (status, frequency, fare)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Schedule → use filters (Route + Day)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Contact → FAQ accordion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Register (optional) → Login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User portal: Buy Ticket → confirm booking modal → My Tickets → Dashboard</a:t>
            </a:r>
            <a:endParaRPr lang="en-US" dirty="0"/>
          </a:p>
          <a:p>
            <a:pPr marL="254000" indent="-2540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7) Admin portal: login with an email containing “admin” → show dashboards and management pages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8120" y="1783080"/>
            <a:ext cx="3639312" cy="3418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prep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0" y="2331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locally with: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open the HTML files directly (static).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narrate each screen as “What the user wants → what the UI provides”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A6E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Future Improvements &amp; Q&amp;A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715000" cy="73152"/>
          </a:xfrm>
          <a:prstGeom prst="rect">
            <a:avLst/>
          </a:prstGeom>
          <a:solidFill>
            <a:srgbClr val="2E9B57"/>
          </a:solidFill>
          <a:ln w="12700">
            <a:solidFill>
              <a:srgbClr val="2E9B5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enhancements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074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 + database (users, tickets, routes)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map view (bus locations)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+ refunds + receipt history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control (Admin / User / Driver)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charts on Reports page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+ responsive testing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(unit + UI)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51023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A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Thanks!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208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https://</a:t>
            </a:r>
            <a:r>
              <a:rPr lang="en-US" sz="1300" dirty="0" err="1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</a:t>
            </a: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1300" dirty="0" err="1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sherzodbeek</a:t>
            </a: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/smart-bus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CF5"/>
          </a:solidFill>
          <a:ln/>
        </p:spPr>
        <p:txBody>
          <a:bodyPr wrap="square" lIns="0" tIns="2286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SmartBus — Smart Transportation &amp; Ticketing Integration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5CC09F-514F-4E8E-4143-56CCADBC8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85" y="2807208"/>
            <a:ext cx="4295510" cy="3234802"/>
          </a:xfrm>
          <a:prstGeom prst="rect">
            <a:avLst/>
          </a:prstGeom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137D2A33-F3CE-B706-282C-2DDF539E0821}"/>
              </a:ext>
            </a:extLst>
          </p:cNvPr>
          <p:cNvSpPr/>
          <p:nvPr/>
        </p:nvSpPr>
        <p:spPr>
          <a:xfrm>
            <a:off x="6446520" y="1097280"/>
            <a:ext cx="51023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2134</Words>
  <Application>Microsoft Macintosh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SmartBus (CSE 598)</dc:creator>
  <cp:lastModifiedBy>Omonov Sherzod</cp:lastModifiedBy>
  <cp:revision>4</cp:revision>
  <dcterms:created xsi:type="dcterms:W3CDTF">2026-02-23T19:51:50Z</dcterms:created>
  <dcterms:modified xsi:type="dcterms:W3CDTF">2026-02-25T15:23:49Z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2026-02-24T18:35:16Z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05997c43-b3fc-4669-b224-4d728f68f70d</vt:lpwstr>
  </property>
  <property fmtid="{D5CDD505-2E9C-101B-9397-08002B2CF9AE}" pid="7" name="MSIP_Label_defa4170-0d19-0005-0004-bc88714345d2_ActionId">
    <vt:lpwstr>60ca836f-d1cf-42f9-8ca0-2d1bb108d771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